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  <p:sldId id="257" r:id="rId2"/>
  </p:sldIdLst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nvSpPr>
          <p:cNvPr id="1" name="Title 1"/>
          <p:nvPr>
            <p:ph type="title"/>
          </p:nvPr>
        </p:nvSpPr>
        <p:txBody>
          <a:p>
            <a:r>
              <a:t>Quarterly Technical Review</a:t>
            </a:r>
          </a:p>
        </p:txBody>
      </p:sp>
      <p:sp>
        <p:nvSpPr>
          <p:cNvPr id="2" name="Body 2"/>
          <p:nvPr>
            <p:ph type="body"/>
          </p:nvPr>
        </p:nvSpPr>
        <p:txBody>
          <a:p>
            <a:r>
              <a:t>System Availability: 99.98%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sp>
        <p:nvSpPr>
          <p:cNvPr id="3" name="Title 2"/>
          <p:nvPr>
            <p:ph type="title"/>
          </p:nvPr>
        </p:nvSpPr>
        <p:txBody>
          <a:p>
            <a:r>
              <a:t>Roadmap &amp; Milestones 2026</a:t>
            </a:r>
          </a:p>
        </p:txBody>
      </p:sp>
    </p:spTree>
  </p:cSld>
</p:sld>
</file>